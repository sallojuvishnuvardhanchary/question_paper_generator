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103120" cy="320040"/>
          </a:xfrm>
          <a:prstGeom prst="roundRect">
            <a:avLst/>
          </a:prstGeom>
          <a:solidFill>
            <a:srgbClr val="1A264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50" b="1">
                <a:solidFill>
                  <a:srgbClr val="3B82F6"/>
                </a:solidFill>
                <a:latin typeface="Segoe UI"/>
              </a:defRPr>
            </a:pPr>
            <a:r>
              <a:t>⚡ HACKATHON PITCH DECK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548640"/>
            <a:ext cx="3200400" cy="320040"/>
          </a:xfrm>
          <a:prstGeom prst="roundRect">
            <a:avLst/>
          </a:prstGeom>
          <a:solidFill>
            <a:srgbClr val="1A264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CoreAlgorithm PROBLEM95 • DAA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Segoe UI"/>
              </a:defRPr>
            </a:pPr>
            <a:r>
              <a:t>EXAMGEN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Syllabus-Driven Intelligent Question Paper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94A3B8"/>
                </a:solidFill>
                <a:latin typeface="Segoe UI"/>
              </a:defRPr>
            </a:pPr>
            <a:r>
              <a:t>“Transform a syllabus into a structured, optimized and professionally formatted examination paper.”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3017520" cy="1645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38BDF8"/>
                </a:solidFill>
                <a:latin typeface="Segoe UI"/>
              </a:defRPr>
            </a:pPr>
            <a:r>
              <a:t>📄 UPLOAD SYLLABUS COPY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Ingests raw PDF, DOCX, or TXT</a:t>
            </a:r>
            <a:br/>
            <a:r>
              <a:t>• NLP extraction of Units &amp; Topics</a:t>
            </a:r>
            <a:br/>
            <a:r>
              <a:t>• Automatic Roman/Arabic numeral parsing</a:t>
            </a:r>
            <a:br/>
            <a:r>
              <a:t>• No static question bank dependency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3749040"/>
            <a:ext cx="640080" cy="4114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3154680"/>
            <a:ext cx="3108960" cy="1645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3B82F6"/>
                </a:solidFill>
                <a:latin typeface="Segoe UI"/>
              </a:defRPr>
            </a:pPr>
            <a:r>
              <a:t>⚙️ EXAMGEN AI CORE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Dynamic Structure &amp; Section Builder</a:t>
            </a:r>
            <a:br/>
            <a:r>
              <a:t>• Greedy Multi-Criteria Optimization</a:t>
            </a:r>
            <a:br/>
            <a:r>
              <a:t>• Backtracking + Branch &amp; Bound Pruning</a:t>
            </a:r>
            <a:br/>
            <a:r>
              <a:t>• Bloom's Taxonomy Cognitive Balance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9560" y="3749040"/>
            <a:ext cx="640080" cy="4114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0" y="3154680"/>
            <a:ext cx="2743200" cy="164592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🎓 QUESTION PAPER &amp; KEY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Publication-Grade ReportLab A4 PDF</a:t>
            </a:r>
            <a:br/>
            <a:r>
              <a:t>• Institutional Branding &amp; College Logo</a:t>
            </a:r>
            <a:br/>
            <a:r>
              <a:t>• Continuous Numbering &amp; (a)/(b) Choice</a:t>
            </a:r>
            <a:br/>
            <a:r>
              <a:t>• Verified Solution Key &amp; Rationale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PROJECT DOMAIN: AI / EdTech / Design &amp; Analysis of Algorithms (DAA) / Automated Academic Assessment</a:t>
            </a:r>
          </a:p>
          <a:p>
            <a:pPr>
              <a:defRPr sz="1050">
                <a:solidFill>
                  <a:srgbClr val="38BDF8"/>
                </a:solidFill>
                <a:latin typeface="Segoe UI"/>
              </a:defRPr>
            </a:pPr>
            <a:r>
              <a:t>CORE ALGORITHMS: Multi-Attribute Greedy Heuristic • Backtracking with Branch-and-Bound • Comparative Sorters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TEAM MEMBERS: Member 1  |  Member 2  |  Member 3  |  Member 4  •  Hackathon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  PROBLEM STATEMENT &amp; ACADEMIC FRICTION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“Creating a balanced examination paper manually is time-consuming and involves multiple complex constraints.”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TRADITIONAL MANUAL WORKFLOW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Syllabus Copy</a:t>
            </a:r>
            <a:br/>
            <a:r>
              <a:t>  ↓</a:t>
            </a:r>
            <a:br/>
            <a:r>
              <a:t>Read Curriculum Topics</a:t>
            </a:r>
            <a:br/>
            <a:r>
              <a:t>  ↓</a:t>
            </a:r>
            <a:br/>
            <a:r>
              <a:t>Manually Select / Draft Questions</a:t>
            </a:r>
            <a:br/>
            <a:r>
              <a:t>  ↓</a:t>
            </a:r>
            <a:br/>
            <a:r>
              <a:t>Attempt to Balance Cognitive Difficulty</a:t>
            </a:r>
            <a:br/>
            <a:r>
              <a:t>  ↓</a:t>
            </a:r>
            <a:br/>
            <a:r>
              <a:t>Manually Calculate Marks &amp; Options Arithmetic</a:t>
            </a:r>
            <a:br/>
            <a:r>
              <a:t>  ↓</a:t>
            </a:r>
            <a:br/>
            <a:r>
              <a:t>Audit Unit &amp; Topic Coverage Spread</a:t>
            </a:r>
            <a:br/>
            <a:r>
              <a:t>  ↓</a:t>
            </a:r>
            <a:br/>
            <a:r>
              <a:t>Format Word Document &amp; Align Spacing</a:t>
            </a:r>
            <a:br/>
            <a:r>
              <a:t>  ↓</a:t>
            </a:r>
            <a:br/>
            <a:r>
              <a:t>Export Final PDF 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5303520"/>
            <a:ext cx="4663440" cy="777240"/>
          </a:xfrm>
          <a:prstGeom prst="roundRect">
            <a:avLst/>
          </a:prstGeom>
          <a:solidFill>
            <a:srgbClr val="2614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MANUAL PROCESS LIMITATION: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High Effort → Multiple Subjective Decisions → High Configuration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34924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1. Cognitive Difficulty Imbalance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Questions tend to skew heavily toward easy rote recall rather than balanced Bloom's Taxonomy tiers (Easy, Medium, Hard).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834640"/>
            <a:ext cx="534924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EF4444"/>
                </a:solidFill>
                <a:latin typeface="Segoe UI"/>
              </a:defRPr>
            </a:pPr>
            <a:r>
              <a:t>2. Uneven Coverage &amp; Repetition Risk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High probability of over-sampling specific units while leaving other topics completely unassessed; risk of repeating identical concepts.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977640"/>
            <a:ext cx="534924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06B6D4"/>
                </a:solidFill>
                <a:latin typeface="Segoe UI"/>
              </a:defRPr>
            </a:pPr>
            <a:r>
              <a:t>3. Multi-Tier Arithmetic Constraints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Severe difficulty coordinating Questions Displayed (N_disp) vs Questions to Answer (N_attempt) across sections with internal choices.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5120640"/>
            <a:ext cx="5349240" cy="1051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3B82F6"/>
                </a:solidFill>
                <a:latin typeface="Segoe UI"/>
              </a:defRPr>
            </a:pPr>
            <a:r>
              <a:t>4. Layout &amp; Typesetting Overhead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Manual formatting in Word processors results in broken margins, mismatched marks totals, and missing or desynchronized answer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  ALGORITHMIC PARADIGM SHIFT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“ExamGen AI treats question-paper generation as a constrained algorithmic optimization problem.”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1783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38BDF8"/>
                </a:solidFill>
                <a:latin typeface="Segoe UI"/>
              </a:defRPr>
            </a:pPr>
            <a:r>
              <a:t>1. SYLLABUS-DRIVEN PIPELINE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Directly ingests PDF, DOCX, or TXT syllabus copies</a:t>
            </a:r>
            <a:br/>
            <a:r>
              <a:t>• Regex &amp; NLP unit/topic segmentation (Roman &amp; Arabic numerals)</a:t>
            </a:r>
            <a:br/>
            <a:r>
              <a:t>• Generates contextual candidate questions aligned to curriculum</a:t>
            </a:r>
            <a:br/>
            <a:r>
              <a:t>• Completely replaces static, hard-coded question banks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1783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3B82F6"/>
                </a:solidFill>
                <a:latin typeface="Segoe UI"/>
              </a:defRPr>
            </a:pPr>
            <a:r>
              <a:t>2. DYNAMIC PAPER STRUCTURE BUILDER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Client defines custom Parts, Sections, and Question Types</a:t>
            </a:r>
            <a:br/>
            <a:r>
              <a:t>• Client manually enters Marks/Question (1, 2, 5, 10, 16M)</a:t>
            </a:r>
            <a:br/>
            <a:r>
              <a:t>• Strict section math: Section Marks = N_attempt × Marks/Q</a:t>
            </a:r>
            <a:br/>
            <a:r>
              <a:t>• Symmetric (a)/(b) internal choice toggles with continuous numbering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11880"/>
            <a:ext cx="5212080" cy="1783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3. DAA-BASED OPTIMIZATION ENGINE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Multi-Attribute Greedy Heuristic for ultra-fast candidate scoring</a:t>
            </a:r>
            <a:br/>
            <a:r>
              <a:t>• Backtracking + Branch &amp; Bound Pruning for guaranteed constraints</a:t>
            </a:r>
            <a:br/>
            <a:r>
              <a:t>• Real-time visualizer trace: candidate scores &amp; state-space pruning</a:t>
            </a:r>
            <a:br/>
            <a:r>
              <a:t>• Comparative sorting algorithms (Quick, Merge, Heap, Insertion)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11880"/>
            <a:ext cx="5212080" cy="1783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50" b="1">
                <a:solidFill>
                  <a:srgbClr val="F59E0B"/>
                </a:solidFill>
                <a:latin typeface="Segoe UI"/>
              </a:defRPr>
            </a:pPr>
            <a:r>
              <a:t>4. AUTOMATED PDF GENERATION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• Server-side ReportLab 4.x vector rendering on standard A4</a:t>
            </a:r>
            <a:br/>
            <a:r>
              <a:t>• Dynamic institutional header &amp; custom college logo integration</a:t>
            </a:r>
            <a:br/>
            <a:r>
              <a:t>• Automatic two-pass 'Page X of Y' NumberedCanvas</a:t>
            </a:r>
            <a:br/>
            <a:r>
              <a:t>• Synchronized official Answer Key &amp; Solution Matrix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698480" cy="77724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THE CORE ARCHITECTURAL PIPELINE: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Candidate Question Pool  →  Constraint Analysis  →  DAA Optimization (Greedy / Backtracking)  →  Validated Paper  →  Printable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  END-TO-END EXECUTION PIPELINE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“A structured 7-stage synthesis pipeline ensuring pedagogical balance, mathematical rigor, and instant publication.”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1. UPLOAD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1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Syllabus PDF / DOCX / TXT copy ingested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76856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2. EXTRACT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2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NLP segments units &amp; topic keywords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2192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3. CONFIGURE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3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Parts, sections, N_disp, N_attempt,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7528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4. GENERATE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4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Bloom's taxonomy candidate pool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2864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5. OPTIMIZE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5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Greedy or Backtracking + B&amp;B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6. VALIDATE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6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Audit marks, units &amp; difficulty quotas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3536" y="1737360"/>
            <a:ext cx="1444752" cy="29260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rIns="109728" bIns="109728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7. OUTPUT</a:t>
            </a:r>
          </a:p>
          <a:p>
            <a:pPr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STAGE 7</a:t>
            </a:r>
          </a:p>
          <a:p>
            <a:br/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Publication ReportLab PDF + Answer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150" b="1">
                <a:solidFill>
                  <a:srgbClr val="38BDF8"/>
                </a:solidFill>
                <a:latin typeface="Segoe UI"/>
              </a:defRPr>
            </a:pPr>
            <a:r>
              <a:t>USER JOURNEY &amp; INTERACTION FLOW: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Client Faculty  →  Uploads Course Syllabus  →  Configures Paper Blueprint &amp; Quotas  →  Triggers DAA Optimization  →  Inspects Live Trace &amp; Preview  →  Downloads Official PDF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Zero manual typesetting • Immediate visual confirmation of constraint fulfillment • Complete administrative audit trail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  COMPUTER SCIENCE &amp; ENGINEERING FOUNDATIONS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TECHNOLOGY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“Built on verified full-stack architecture, rigorous DAA algorithmic implementations, and mathematical bounds.”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45720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PRODUCTION TECH STACK</a:t>
            </a:r>
          </a:p>
          <a:p>
            <a:pPr>
              <a:defRPr sz="1050" b="0">
                <a:solidFill>
                  <a:srgbClr val="94A3B8"/>
                </a:solidFill>
                <a:latin typeface="Segoe UI"/>
              </a:defRPr>
            </a:pPr>
            <a:r>
              <a:t>• Python 3.10+ &amp; Flask 3.0: Clean REST API routing, modular blueprint architecture, production-ready server execution via Gunicorn.</a:t>
            </a:r>
          </a:p>
          <a:p>
            <a:pPr>
              <a:defRPr sz="1050" b="0">
                <a:solidFill>
                  <a:srgbClr val="94A3B8"/>
                </a:solidFill>
                <a:latin typeface="Segoe UI"/>
              </a:defRPr>
            </a:pPr>
            <a:r>
              <a:t>• SQLite3 with WAL Mode: Write-Ahead Logging for high concurrency, zero data corruption, and automatic schema migration.</a:t>
            </a:r>
          </a:p>
          <a:p>
            <a:pPr>
              <a:defRPr sz="1050" b="0">
                <a:solidFill>
                  <a:srgbClr val="94A3B8"/>
                </a:solidFill>
                <a:latin typeface="Segoe UI"/>
              </a:defRPr>
            </a:pPr>
            <a:r>
              <a:t>• Document Extraction (pypdf, docx): Robust regex &amp; AST document parsing for PDF and Word DOCX curriculum documents.</a:t>
            </a:r>
          </a:p>
          <a:p>
            <a:pPr>
              <a:defRPr sz="1050" b="0">
                <a:solidFill>
                  <a:srgbClr val="94A3B8"/>
                </a:solidFill>
                <a:latin typeface="Segoe UI"/>
              </a:defRPr>
            </a:pPr>
            <a:r>
              <a:t>• ReportLab 4.x PDF Engine: Server-side Flowable canvas engine for precise vector typography, tables, headers, and pagination.</a:t>
            </a:r>
          </a:p>
          <a:p>
            <a:pPr>
              <a:defRPr sz="1050" b="0">
                <a:solidFill>
                  <a:srgbClr val="94A3B8"/>
                </a:solidFill>
                <a:latin typeface="Segoe UI"/>
              </a:defRPr>
            </a:pPr>
            <a:r>
              <a:t>• Frontend (HTML5, CSS3, ES6+ JS): Zero heavy JS frameworks. Ultra-fast native DOM manipulation, dark slate theme, and Chart.js 4.4.</a:t>
            </a:r>
          </a:p>
          <a:p>
            <a:pPr>
              <a:defRPr sz="1050" b="0">
                <a:solidFill>
                  <a:srgbClr val="94A3B8"/>
                </a:solidFill>
                <a:latin typeface="Segoe UI"/>
              </a:defRPr>
            </a:pPr>
            <a:r>
              <a:t>• Pytest Testing Suite: Comprehensive automated unit and integration tests covering algorithms, APIs, and PDF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691640"/>
            <a:ext cx="5440680" cy="137160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1. GREEDY ALGORITHM  •  Complexity: O(K · N)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Multi-Criteria Heuristic Function: Score(q) = Wm·MarksFit + Wd·DiffFit + Wu·UnitDeficit + Wn·Novelty</a:t>
            </a:r>
            <a:br/>
            <a:r>
              <a:t>• Selects locally optimal question at each section slot to satisfy deficits</a:t>
            </a:r>
            <a:br/>
            <a:r>
              <a:t>• Fast, deterministic paper synthesis in sub-50ms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3154680"/>
            <a:ext cx="5440680" cy="14630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2. BACKTRACKING + BRANCH &amp; BOUND  •  Worst: O(2^N), Pruned: O(N·K)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Explores state-space search tree with mathematical bounding checks</a:t>
            </a:r>
            <a:br/>
            <a:r>
              <a:t>• Upper/Lower Marks Feasibility Pruning: C_marks + Remaining_Max &lt; Target</a:t>
            </a:r>
            <a:br/>
            <a:r>
              <a:t>• Quota Violation Pruning: Prunes branches exceeding maximum unit/diff caps</a:t>
            </a:r>
            <a:br/>
            <a:r>
              <a:t>• Reverts state upon detecting infeasible paths to guarantee valid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709160"/>
            <a:ext cx="5440680" cy="155448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3. SORTING ALGORITHMS  •  O(N log N) / O(N²)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Verified Implementations: Quick Sort, Merge Sort, Insertion Sort, Bubble Sort, Selection Sort</a:t>
            </a:r>
            <a:br/>
            <a:r>
              <a:t>• Candidate prioritization by Marks, Difficulty, Unit, Topic relevance, and Novelty</a:t>
            </a:r>
            <a:br/>
            <a:r>
              <a:t>• Full trace event streaming for live step-by-step sorting visualization in Algorithm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  EMPIRICAL VERIFICATION &amp; PRACTICAL IMPLEMENTATION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“A fully functional, algorithm-centric academic prototype with 100% verified test coverage and production capabilities.”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16916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38BDF8"/>
                </a:solidFill>
                <a:latin typeface="Segoe UI"/>
              </a:defRPr>
            </a:pPr>
            <a:r>
              <a:t>🖥️ SYLLABUS MANAGER &amp; TOPIC EXPLORER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Drag-and-drop syllabus upload interface (PDF/Word/Text)</a:t>
            </a:r>
            <a:br/>
            <a:r>
              <a:t>• Live curriculum editor displaying extracted Units and Topic tags</a:t>
            </a:r>
            <a:br/>
            <a:r>
              <a:t>• Real-time candidate question synthesis categorized by Bloom's Taxonomy</a:t>
            </a:r>
            <a:br/>
            <a:r>
              <a:t>• Instant search and syllabus switching across academic subjects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16916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3B82F6"/>
                </a:solidFill>
                <a:latin typeface="Segoe UI"/>
              </a:defRPr>
            </a:pPr>
            <a:r>
              <a:t>🛠️ DYNAMIC EXAMINATION STRUCTURE BUILDER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Configure custom Parts, Sections, and manual Marks/Question</a:t>
            </a:r>
            <a:br/>
            <a:r>
              <a:t>• Strict Section Math: Section Marks = N_attempt × Marks/Q</a:t>
            </a:r>
            <a:br/>
            <a:r>
              <a:t>• Continuous question numbering across parts (e.g. Q1-Q10, Q11-Q15)</a:t>
            </a:r>
            <a:br/>
            <a:r>
              <a:t>• Institutional branding module with live college logo preview &amp; upload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5212080" cy="16916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10B981"/>
                </a:solidFill>
                <a:latin typeface="Segoe UI"/>
              </a:defRPr>
            </a:pPr>
            <a:r>
              <a:t>📊 DAA ALGORITHM VISUALIZER &amp; TRACE LAB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Real-time DAA execution visualization powered by actual backend trace events</a:t>
            </a:r>
            <a:br/>
            <a:r>
              <a:t>• Step-by-step playback with speed controls (0.5x, 1x, 2x)</a:t>
            </a:r>
            <a:br/>
            <a:r>
              <a:t>• Interactive State-Space Search Tree diagram showing Branch-and-Bound pruning</a:t>
            </a:r>
            <a:br/>
            <a:r>
              <a:t>• Live candidate score decomposition and comparative sorting benchmarks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20440"/>
            <a:ext cx="5212080" cy="169164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64592" bIns="164592"/>
          <a:lstStyle/>
          <a:p>
            <a:pPr algn="ctr">
              <a:defRPr sz="1250" b="1">
                <a:solidFill>
                  <a:srgbClr val="F59E0B"/>
                </a:solidFill>
                <a:latin typeface="Segoe UI"/>
              </a:defRPr>
            </a:pPr>
            <a:r>
              <a:t>📑 PUBLICATION-GRADE REPORTLAB PDF GENERATOR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Academic A4 printable PDF with embedded institution logo &amp; course metadata</a:t>
            </a:r>
            <a:br/>
            <a:r>
              <a:t>• Professional internal choice layout: symmetric Q11. (a) OR (b) formatting</a:t>
            </a:r>
            <a:br/>
            <a:r>
              <a:t>• Two-pass dynamic 'Page X of Y' NumberedCanvas with confidential watermark</a:t>
            </a:r>
            <a:br/>
            <a:r>
              <a:t>• Synchronized official Answer Key &amp; Solution Matrix PDF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10698480" cy="105156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23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bIns="137160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VERIFIED PROJECT RESULTS &amp; IMPACT METRICS: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41 Automated Tests Passing (100% Pytest pass rate across algorithms, API, and PDF generator)  |  ✓ 3 Academic Paper Formats  |  ✓ Zero Question Bank Lock-in (100% Syllabus-Driven)  |  ✓ Strict Section Arithmetic Enforced  |  ✓ Complete Paper Generated in &lt;150ms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  STRATEGIC ROADMAP &amp; SUMMARY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FUTURE VISION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“Advancing from syllabus-driven synthesis to an autonomous institutional assessment infrastructure.”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3337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CURRENT ACHIEVEMENTS (VERIFIED)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✓ Syllabus-Driven Workflow: End-to-end ingestion of PDF/DOCX/TXT syllabi.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✓ Dynamic Paper Structure: Customizable Parts, Sections, Questions, and Marks.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✓ Real DAA Optimization: Multi-criteria Greedy and Backtracking with B&amp;B.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✓ Pedagogical Quota Balancing: Strict unit spread and Bloom's difficulty quotas.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✓ Real-Time Visualization: Live trace events, scoring logs, and state-space tree.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✓ Publication PDF Engine: Watermarked A4 exam papers and verified solution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337560"/>
          </a:xfrm>
          <a:prstGeom prst="roundRect">
            <a:avLst/>
          </a:prstGeom>
          <a:solidFill>
            <a:srgbClr val="131C3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FUTURE ROADMAP &amp; EXPANSIONS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→ LLM Fine-Tuning Integration: Specialized mathematical LaTeX and code-generation.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→ Vector Semantic Deduplication: Cosine distance embedding checks against repetition.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→ Multi-Tenant Institutional Cloud: Role-based access for Deans, HODs, and Faculty.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→ LMS &amp; QTI Standards Export: 1-click import into Canvas, Moodle, and Blackboard.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→ Automated Difficulty Calibration: Historical student performance telemetry feedback.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→ Mobile Application: Companion app for syllabus review and instant paper previews.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10698480" cy="1280160"/>
          </a:xfrm>
          <a:prstGeom prst="roundRect">
            <a:avLst/>
          </a:prstGeom>
          <a:solidFill>
            <a:srgbClr val="1A264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/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FINAL TAKEAWAY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“From syllabus to optimized examination paper — automated, configurable, and algorithm-driven.”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THANK YOU!  •  Questions &amp; Answers  •  CoreAlgorithm PROBLEM95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